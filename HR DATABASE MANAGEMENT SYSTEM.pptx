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64" r:id="rId2"/>
    <p:sldId id="256" r:id="rId3"/>
    <p:sldId id="262" r:id="rId4"/>
    <p:sldId id="257" r:id="rId5"/>
    <p:sldId id="258" r:id="rId6"/>
    <p:sldId id="259" r:id="rId7"/>
    <p:sldId id="260" r:id="rId8"/>
    <p:sldId id="261" r:id="rId9"/>
    <p:sldId id="265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69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B8DE8B29-73EC-4027-BF97-C9BE1010CCA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602F46E3-A099-45A6-AF8D-5C19A823B6E7}" type="slidenum">
              <a:rPr lang="en-IN" smtClean="0"/>
              <a:t>‹#›</a:t>
            </a:fld>
            <a:endParaRPr lang="en-IN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1454023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B8DE8B29-73EC-4027-BF97-C9BE1010CCA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602F46E3-A099-45A6-AF8D-5C19A823B6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08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E8B29-73EC-4027-BF97-C9BE1010CCA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602F46E3-A099-45A6-AF8D-5C19A823B6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074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E8B29-73EC-4027-BF97-C9BE1010CCA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F46E3-A099-45A6-AF8D-5C19A823B6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6559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E8B29-73EC-4027-BF97-C9BE1010CCA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F46E3-A099-45A6-AF8D-5C19A823B6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4283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E8B29-73EC-4027-BF97-C9BE1010CCA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F46E3-A099-45A6-AF8D-5C19A823B6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0940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E8B29-73EC-4027-BF97-C9BE1010CCA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F46E3-A099-45A6-AF8D-5C19A823B6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834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E8B29-73EC-4027-BF97-C9BE1010CCA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F46E3-A099-45A6-AF8D-5C19A823B6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649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E8B29-73EC-4027-BF97-C9BE1010CCA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F46E3-A099-45A6-AF8D-5C19A823B6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6267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E8B29-73EC-4027-BF97-C9BE1010CCA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F46E3-A099-45A6-AF8D-5C19A823B6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764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E8B29-73EC-4027-BF97-C9BE1010CCA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F46E3-A099-45A6-AF8D-5C19A823B6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5145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E8B29-73EC-4027-BF97-C9BE1010CCA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F46E3-A099-45A6-AF8D-5C19A823B6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30070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E8B29-73EC-4027-BF97-C9BE1010CCA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F46E3-A099-45A6-AF8D-5C19A823B6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4291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E8B29-73EC-4027-BF97-C9BE1010CCA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F46E3-A099-45A6-AF8D-5C19A823B6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89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E8B29-73EC-4027-BF97-C9BE1010CCA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F46E3-A099-45A6-AF8D-5C19A823B6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47205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E8B29-73EC-4027-BF97-C9BE1010CCA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F46E3-A099-45A6-AF8D-5C19A823B6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30690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E8B29-73EC-4027-BF97-C9BE1010CCA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F46E3-A099-45A6-AF8D-5C19A823B6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8350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8DE8B29-73EC-4027-BF97-C9BE1010CCA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02F46E3-A099-45A6-AF8D-5C19A823B6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801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D781A4A-DF52-FE41-0FE8-B9C5247E8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894" y="2519920"/>
            <a:ext cx="7886700" cy="994172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 DATABASE MANAGEMENT SYSTEM </a:t>
            </a:r>
          </a:p>
        </p:txBody>
      </p:sp>
    </p:spTree>
    <p:extLst>
      <p:ext uri="{BB962C8B-B14F-4D97-AF65-F5344CB8AC3E}">
        <p14:creationId xmlns:p14="http://schemas.microsoft.com/office/powerpoint/2010/main" val="1179212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F5C77-86F6-F332-9C8F-5105F8BA45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2326" y="1542766"/>
            <a:ext cx="6858000" cy="492957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90F0616-0FDA-7709-EB40-8B02B89C3C7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 rot="10800000" flipV="1">
            <a:off x="1687012" y="2616421"/>
            <a:ext cx="6857999" cy="253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lvl="1" algn="l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This project focuses on analyzing a structured HR Database Management System using MS SQL Server.</a:t>
            </a:r>
          </a:p>
          <a:p>
            <a:pPr lvl="1" algn="l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The database consists of 7 interrelated tables including Employees, Departments, Jobs, Locations, Countries, Regions, and Dependents.</a:t>
            </a:r>
          </a:p>
          <a:p>
            <a:pPr lvl="1" algn="l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The objective was to apply SQL concepts such as joins, subqueries, constraints, aggregation, and analytical queries to extract meaningful business insights.</a:t>
            </a:r>
          </a:p>
          <a:p>
            <a:pPr lvl="1" algn="l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The project demonstrates how SQL can be used for data analysis, reporting, and decision support in a real-world organizational scenario</a:t>
            </a:r>
          </a:p>
        </p:txBody>
      </p:sp>
    </p:spTree>
    <p:extLst>
      <p:ext uri="{BB962C8B-B14F-4D97-AF65-F5344CB8AC3E}">
        <p14:creationId xmlns:p14="http://schemas.microsoft.com/office/powerpoint/2010/main" val="689767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6A688-7F59-E0D9-25BA-7F1F94ACC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TOOLS &amp; TECHNOLOGIES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4AB19F8-1761-2207-3D1A-06783975A8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27119" y="2978877"/>
            <a:ext cx="4802981" cy="900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 SQL Server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Server Management Studio (SSMS)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(DDL, DML, Joins, Subqueries, Aggregations)</a:t>
            </a:r>
          </a:p>
        </p:txBody>
      </p:sp>
    </p:spTree>
    <p:extLst>
      <p:ext uri="{BB962C8B-B14F-4D97-AF65-F5344CB8AC3E}">
        <p14:creationId xmlns:p14="http://schemas.microsoft.com/office/powerpoint/2010/main" val="963093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63357-9178-ADD6-AC1A-F97364076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METHODOLOGIES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F5EBFF-393A-7182-E8FB-8ACEAC0DE1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13234" y="2747956"/>
            <a:ext cx="7680436" cy="2562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 Design &amp; Normalization-</a:t>
            </a:r>
          </a:p>
          <a:p>
            <a:pPr marL="457200" lvl="1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relational tables with primary and foreign key constraints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Insertion &amp; Validation-</a:t>
            </a:r>
          </a:p>
          <a:p>
            <a:pPr marL="457200" lvl="1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Inserted structured sample data and verified referential integrity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Query-Based Analysis-</a:t>
            </a:r>
          </a:p>
          <a:p>
            <a:pPr marL="457200" lvl="1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SELECT, WHERE, GROUP BY, HAVING, JOIN, SUBQUERY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Analytical Approach-</a:t>
            </a:r>
          </a:p>
          <a:p>
            <a:pPr marL="457200" lvl="1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Salary analysis, department-wise distribution, employee hierarchy analysis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5926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0D9E3-3B7D-C46D-649E-BFBD638B9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APPROACHES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21EF755-A7CD-DAC4-AC70-4DCD04B36E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13233" y="2470957"/>
            <a:ext cx="7648440" cy="3116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SQL Server Management Studio (SSMS) as the development environment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Implemented:</a:t>
            </a:r>
          </a:p>
          <a:p>
            <a:pPr marL="800100" lvl="1" indent="-34290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DDL commands (CREATE, ALTER, DROP)</a:t>
            </a:r>
          </a:p>
          <a:p>
            <a:pPr marL="800100" lvl="1" indent="-34290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DML commands (SELECT, INSERT, UPDATE)</a:t>
            </a:r>
          </a:p>
          <a:p>
            <a:pPr marL="800100" lvl="1" indent="-34290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Joins (INNER, LEFT, FULL, SELF, CROSS)</a:t>
            </a:r>
          </a:p>
          <a:p>
            <a:pPr marL="800100" lvl="1" indent="-34290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Subqueries &amp; CASE expressions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Followed a step-by-step problem-solving approach:</a:t>
            </a:r>
          </a:p>
          <a:p>
            <a:pPr marL="800100" lvl="1" indent="-34290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requirement</a:t>
            </a:r>
          </a:p>
          <a:p>
            <a:pPr marL="800100" lvl="1" indent="-34290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optimized SQL query</a:t>
            </a:r>
          </a:p>
          <a:p>
            <a:pPr marL="800100" lvl="1" indent="-34290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Validate results with business logic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688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C3DFE-D0A5-EBC7-6A44-FF01B3818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KEY FINDINGS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4BE56D8-F996-FE19-BFAA-D4ADDFABD5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2354" y="2688357"/>
            <a:ext cx="7934446" cy="17312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Certain departments such as Sales, Finance, and Executive have the highest salary expenditure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Employees with managerial roles earn significantly higher salaries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 departments have high employee headcount but lower average salaries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all employees have dependents, indicating differences in benefit utilization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few departments operate without high-salaried employees (&gt;10,000)</a:t>
            </a:r>
          </a:p>
        </p:txBody>
      </p:sp>
    </p:spTree>
    <p:extLst>
      <p:ext uri="{BB962C8B-B14F-4D97-AF65-F5344CB8AC3E}">
        <p14:creationId xmlns:p14="http://schemas.microsoft.com/office/powerpoint/2010/main" val="2396372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C64A7-85A4-5B6F-E222-FE228E733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395435-0175-9164-CB98-310242C2A5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4927" y="2747956"/>
            <a:ext cx="7904664" cy="2562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Salary Distribution Insight</a:t>
            </a:r>
            <a:endParaRPr lang="en-US" alt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Salary varies significantly across departments and job roles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Organizational Structure</a:t>
            </a:r>
            <a:endParaRPr lang="en-US" alt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Clear reporting hierarchy identified using self-joins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 Management</a:t>
            </a:r>
            <a:endParaRPr lang="en-US" alt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Departments with fewer employees but higher salaries impact overall payroll cost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 Benefits Insight</a:t>
            </a:r>
            <a:endParaRPr lang="en-US" alt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Dependents data helps analyze employee family benefits coverage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959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476FF-3DDF-7BA5-9491-42742C238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ACTIONABLE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D005AB0-9817-E1CF-6F41-C2D8B07643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4927" y="3301954"/>
            <a:ext cx="7842468" cy="1454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 departments with high payroll cost but low employee count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Consider salary benchmarking across similar job roles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Optimize workforce planning by balancing headcount vs compensation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dependent data for benefit policy optimization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 automated reports using SQL views for management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1724620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0736E-C915-1B7E-CAB8-BC6448020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2" y="353029"/>
            <a:ext cx="7704667" cy="1197979"/>
          </a:xfrm>
        </p:spPr>
        <p:txBody>
          <a:bodyPr/>
          <a:lstStyle/>
          <a:p>
            <a:r>
              <a:rPr lang="en-IN" dirty="0"/>
              <a:t>CONCLUSIONS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3936F7-1CBD-0B7B-C976-4A1FE0947E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2664" y="2809985"/>
            <a:ext cx="801086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project successfully demonstrates end-to-end SQL proficiency using MS SQL Server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queries enabled effective data extraction, analysis, and insight generation.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 understanding of: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Relational database design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Advanced SQL querying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Business-oriented data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reflects real-world usage of SQL in HR analytics and enterprise systems.</a:t>
            </a:r>
          </a:p>
        </p:txBody>
      </p:sp>
    </p:spTree>
    <p:extLst>
      <p:ext uri="{BB962C8B-B14F-4D97-AF65-F5344CB8AC3E}">
        <p14:creationId xmlns:p14="http://schemas.microsoft.com/office/powerpoint/2010/main" val="3415518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5E02B-D9C1-077D-4236-8F2DE4395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2648" y="3009418"/>
            <a:ext cx="3495555" cy="11957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4800" dirty="0"/>
              <a:t>Thank You..</a:t>
            </a:r>
          </a:p>
        </p:txBody>
      </p:sp>
    </p:spTree>
    <p:extLst>
      <p:ext uri="{BB962C8B-B14F-4D97-AF65-F5344CB8AC3E}">
        <p14:creationId xmlns:p14="http://schemas.microsoft.com/office/powerpoint/2010/main" val="10396395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482</TotalTime>
  <Words>432</Words>
  <Application>Microsoft Office PowerPoint</Application>
  <PresentationFormat>On-screen Show (4:3)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Corbel</vt:lpstr>
      <vt:lpstr>Parallax</vt:lpstr>
      <vt:lpstr>HR DATABASE MANAGEMENT SYSTEM </vt:lpstr>
      <vt:lpstr>INTRODUCTION</vt:lpstr>
      <vt:lpstr>TOOLS &amp; TECHNOLOGIES </vt:lpstr>
      <vt:lpstr>METHODOLOGIES</vt:lpstr>
      <vt:lpstr>APPROACHES</vt:lpstr>
      <vt:lpstr>KEY FINDINGS</vt:lpstr>
      <vt:lpstr>INSIGHTS</vt:lpstr>
      <vt:lpstr>ACTIONABLE</vt:lpstr>
      <vt:lpstr>CONCLUSIONS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RUSHIKESH KADAM</dc:creator>
  <cp:lastModifiedBy>RUSHIKESH KADAM</cp:lastModifiedBy>
  <cp:revision>4</cp:revision>
  <dcterms:created xsi:type="dcterms:W3CDTF">2025-12-30T07:10:20Z</dcterms:created>
  <dcterms:modified xsi:type="dcterms:W3CDTF">2025-12-30T15:12:40Z</dcterms:modified>
</cp:coreProperties>
</file>